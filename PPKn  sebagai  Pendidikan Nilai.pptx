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0825" y="2770421"/>
            <a:ext cx="1456246" cy="5438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7688" y="2308860"/>
            <a:ext cx="3289554" cy="166801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09616" y="2308860"/>
            <a:ext cx="5767578" cy="16680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09597" y="2489072"/>
            <a:ext cx="8972804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65" dirty="0"/>
              <a:t>PPKn</a:t>
            </a:r>
            <a:r>
              <a:rPr spc="-120" dirty="0"/>
              <a:t> </a:t>
            </a:r>
            <a:r>
              <a:rPr spc="-60" dirty="0"/>
              <a:t>Sebagai</a:t>
            </a:r>
            <a:r>
              <a:rPr spc="-105" dirty="0"/>
              <a:t> </a:t>
            </a:r>
            <a:r>
              <a:rPr spc="-70" dirty="0"/>
              <a:t>Pendidikan</a:t>
            </a:r>
            <a:r>
              <a:rPr spc="-125" dirty="0"/>
              <a:t> </a:t>
            </a:r>
            <a:r>
              <a:rPr spc="-30" dirty="0"/>
              <a:t>Nilai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804166" y="4265676"/>
            <a:ext cx="2818130" cy="677545"/>
            <a:chOff x="4804166" y="4265676"/>
            <a:chExt cx="2818130" cy="6775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4166" y="4456626"/>
              <a:ext cx="318541" cy="21822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97196" y="4265676"/>
              <a:ext cx="1757933" cy="6774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52032" y="4265676"/>
              <a:ext cx="544830" cy="67741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3764" y="4265676"/>
              <a:ext cx="1052321" cy="6774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2988" y="4265676"/>
              <a:ext cx="479285" cy="677418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3235451" y="5291803"/>
            <a:ext cx="5741670" cy="1329690"/>
            <a:chOff x="3235451" y="5291803"/>
            <a:chExt cx="5741670" cy="132969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5096" y="5291803"/>
              <a:ext cx="3116087" cy="22732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5451" y="5524500"/>
              <a:ext cx="5741670" cy="6774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009643" y="5943600"/>
              <a:ext cx="4193286" cy="67741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414521" y="4333494"/>
            <a:ext cx="5362575" cy="20694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2400" spc="-85" dirty="0">
                <a:latin typeface="Calibri"/>
                <a:cs typeface="Calibri"/>
              </a:rPr>
              <a:t>Dr.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Rusmawan,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M.Pd.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050">
              <a:latin typeface="Calibri"/>
              <a:cs typeface="Calibri"/>
            </a:endParaRPr>
          </a:p>
          <a:p>
            <a:pPr marL="1905" algn="ctr">
              <a:lnSpc>
                <a:spcPct val="100000"/>
              </a:lnSpc>
            </a:pPr>
            <a:r>
              <a:rPr sz="2400" spc="-5" dirty="0">
                <a:latin typeface="Calibri"/>
                <a:cs typeface="Calibri"/>
              </a:rPr>
              <a:t>PEMBELAJARAN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PPKN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SD</a:t>
            </a:r>
            <a:endParaRPr sz="2400">
              <a:latin typeface="Calibri"/>
              <a:cs typeface="Calibri"/>
            </a:endParaRPr>
          </a:p>
          <a:p>
            <a:pPr marL="12700" marR="5080" algn="ctr">
              <a:lnSpc>
                <a:spcPct val="114599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PRODI </a:t>
            </a:r>
            <a:r>
              <a:rPr sz="2400" spc="-5" dirty="0">
                <a:latin typeface="Calibri"/>
                <a:cs typeface="Calibri"/>
              </a:rPr>
              <a:t>PENDIDIKAN GURU </a:t>
            </a:r>
            <a:r>
              <a:rPr sz="2400" spc="-20" dirty="0">
                <a:latin typeface="Calibri"/>
                <a:cs typeface="Calibri"/>
              </a:rPr>
              <a:t>SEKOLAH </a:t>
            </a:r>
            <a:r>
              <a:rPr sz="2400" spc="-10" dirty="0">
                <a:latin typeface="Calibri"/>
                <a:cs typeface="Calibri"/>
              </a:rPr>
              <a:t>DASAR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UNIVERSTAS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70" dirty="0">
                <a:latin typeface="Calibri"/>
                <a:cs typeface="Calibri"/>
              </a:rPr>
              <a:t>SANATA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DHARMA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793493"/>
            <a:ext cx="9766300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928369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5" dirty="0">
                <a:latin typeface="Calibri"/>
                <a:cs typeface="Calibri"/>
              </a:rPr>
              <a:t>Nilai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adalah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standar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atau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ukuran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(norma)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kita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gunakan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untuk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mengukur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segala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sesuatu.</a:t>
            </a:r>
            <a:endParaRPr sz="2800">
              <a:latin typeface="Calibri"/>
              <a:cs typeface="Calibri"/>
            </a:endParaRPr>
          </a:p>
          <a:p>
            <a:pPr marL="241300" marR="5080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spc="-10" dirty="0">
                <a:latin typeface="Calibri"/>
                <a:cs typeface="Calibri"/>
              </a:rPr>
              <a:t>nilai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adalah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sifat-sifat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(hal-hal)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penting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berguna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bagi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kemanusian.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Atau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sesuatu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yang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menyempurnakan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manusia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sesuai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dengan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hahikatnya.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49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12192000" cy="6854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5275" y="245131"/>
            <a:ext cx="8068947" cy="62471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557113"/>
            <a:ext cx="9494267" cy="6255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444" y="493613"/>
            <a:ext cx="9220494" cy="58812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3247" y="27430"/>
            <a:ext cx="10085832" cy="683056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12848" y="3683508"/>
            <a:ext cx="1775460" cy="676910"/>
          </a:xfrm>
          <a:prstGeom prst="rect">
            <a:avLst/>
          </a:prstGeom>
          <a:solidFill>
            <a:srgbClr val="4471C4"/>
          </a:solidFill>
          <a:ln w="12192">
            <a:solidFill>
              <a:srgbClr val="2E528F"/>
            </a:solidFill>
          </a:ln>
        </p:spPr>
        <p:txBody>
          <a:bodyPr vert="horz" wrap="square" lIns="0" tIns="186690" rIns="0" bIns="0" rtlCol="0">
            <a:spAutoFit/>
          </a:bodyPr>
          <a:lstStyle/>
          <a:p>
            <a:pPr marL="158750">
              <a:lnSpc>
                <a:spcPct val="100000"/>
              </a:lnSpc>
              <a:spcBef>
                <a:spcPts val="147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Kompetensi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Inti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63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MT</vt:lpstr>
      <vt:lpstr>Calibri</vt:lpstr>
      <vt:lpstr>Calibri Light</vt:lpstr>
      <vt:lpstr>Office Theme</vt:lpstr>
      <vt:lpstr>PPKn Sebagai Pendidikan Nilai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PKn Sebagai Pendidikan Nilai</dc:title>
  <dc:creator>ASUS</dc:creator>
  <cp:lastModifiedBy>acer</cp:lastModifiedBy>
  <cp:revision>1</cp:revision>
  <dcterms:created xsi:type="dcterms:W3CDTF">2024-02-09T13:44:19Z</dcterms:created>
  <dcterms:modified xsi:type="dcterms:W3CDTF">2024-02-09T13:45:44Z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2024-02-09T00:00:00Z</vt:filetime>
  </property>
</Properties>
</file>